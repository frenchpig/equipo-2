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vallon Alt" charset="1" panose="00000000000000000000"/>
      <p:regular r:id="rId12"/>
    </p:embeddedFont>
    <p:embeddedFont>
      <p:font typeface="Shantell Sans Bold" charset="1" panose="00000000000000000000"/>
      <p:regular r:id="rId13"/>
    </p:embeddedFont>
    <p:embeddedFont>
      <p:font typeface="Shantell San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2" Target="../media/image10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574699" y="-151087"/>
            <a:ext cx="3621024" cy="4114800"/>
          </a:xfrm>
          <a:custGeom>
            <a:avLst/>
            <a:gdLst/>
            <a:ahLst/>
            <a:cxnLst/>
            <a:rect r="r" b="b" t="t" l="l"/>
            <a:pathLst>
              <a:path h="4114800" w="3621024">
                <a:moveTo>
                  <a:pt x="0" y="0"/>
                </a:moveTo>
                <a:lnTo>
                  <a:pt x="3621024" y="0"/>
                </a:lnTo>
                <a:lnTo>
                  <a:pt x="3621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238683">
            <a:off x="15352012" y="-154860"/>
            <a:ext cx="3814577" cy="2385844"/>
          </a:xfrm>
          <a:custGeom>
            <a:avLst/>
            <a:gdLst/>
            <a:ahLst/>
            <a:cxnLst/>
            <a:rect r="r" b="b" t="t" l="l"/>
            <a:pathLst>
              <a:path h="2385844" w="3814577">
                <a:moveTo>
                  <a:pt x="0" y="0"/>
                </a:moveTo>
                <a:lnTo>
                  <a:pt x="3814576" y="0"/>
                </a:lnTo>
                <a:lnTo>
                  <a:pt x="3814576" y="2385844"/>
                </a:lnTo>
                <a:lnTo>
                  <a:pt x="0" y="23858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12915" y="2104435"/>
            <a:ext cx="2353303" cy="2353303"/>
          </a:xfrm>
          <a:custGeom>
            <a:avLst/>
            <a:gdLst/>
            <a:ahLst/>
            <a:cxnLst/>
            <a:rect r="r" b="b" t="t" l="l"/>
            <a:pathLst>
              <a:path h="2353303" w="2353303">
                <a:moveTo>
                  <a:pt x="0" y="0"/>
                </a:moveTo>
                <a:lnTo>
                  <a:pt x="2353302" y="0"/>
                </a:lnTo>
                <a:lnTo>
                  <a:pt x="2353302" y="2353302"/>
                </a:lnTo>
                <a:lnTo>
                  <a:pt x="0" y="23533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99599" y="1701472"/>
            <a:ext cx="4182540" cy="9059654"/>
          </a:xfrm>
          <a:custGeom>
            <a:avLst/>
            <a:gdLst/>
            <a:ahLst/>
            <a:cxnLst/>
            <a:rect r="r" b="b" t="t" l="l"/>
            <a:pathLst>
              <a:path h="9059654" w="4182540">
                <a:moveTo>
                  <a:pt x="0" y="0"/>
                </a:moveTo>
                <a:lnTo>
                  <a:pt x="4182540" y="0"/>
                </a:lnTo>
                <a:lnTo>
                  <a:pt x="4182540" y="9059655"/>
                </a:lnTo>
                <a:lnTo>
                  <a:pt x="0" y="90596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48183" y="3281086"/>
            <a:ext cx="7777170" cy="3293974"/>
            <a:chOff x="0" y="0"/>
            <a:chExt cx="10369560" cy="43919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05041" y="1915892"/>
              <a:ext cx="8959477" cy="2476074"/>
            </a:xfrm>
            <a:custGeom>
              <a:avLst/>
              <a:gdLst/>
              <a:ahLst/>
              <a:cxnLst/>
              <a:rect r="r" b="b" t="t" l="l"/>
              <a:pathLst>
                <a:path h="2476074" w="8959477">
                  <a:moveTo>
                    <a:pt x="0" y="0"/>
                  </a:moveTo>
                  <a:lnTo>
                    <a:pt x="8959477" y="0"/>
                  </a:lnTo>
                  <a:lnTo>
                    <a:pt x="8959477" y="2476074"/>
                  </a:lnTo>
                  <a:lnTo>
                    <a:pt x="0" y="2476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-333375"/>
              <a:ext cx="10369560" cy="346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73"/>
                </a:lnSpc>
              </a:pPr>
              <a:r>
                <a:rPr lang="en-US" sz="15481" spc="387">
                  <a:solidFill>
                    <a:srgbClr val="000102"/>
                  </a:solidFill>
                  <a:latin typeface="Avallon Alt"/>
                  <a:ea typeface="Avallon Alt"/>
                  <a:cs typeface="Avallon Alt"/>
                  <a:sym typeface="Avallon Alt"/>
                </a:rPr>
                <a:t>SmartLockers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53820" y="7196710"/>
            <a:ext cx="5410475" cy="30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4800" spc="-254" b="tru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By: </a:t>
            </a:r>
          </a:p>
          <a:p>
            <a:pPr algn="l">
              <a:lnSpc>
                <a:spcPts val="8352"/>
              </a:lnSpc>
            </a:pPr>
            <a:r>
              <a:rPr lang="en-US" sz="4800" spc="-254" b="tru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Javier Auspont</a:t>
            </a:r>
          </a:p>
          <a:p>
            <a:pPr algn="l" marL="0" indent="0" lvl="0">
              <a:lnSpc>
                <a:spcPts val="8352"/>
              </a:lnSpc>
            </a:pPr>
            <a:r>
              <a:rPr lang="en-US" b="true" sz="4800" spc="-25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Ariannie Monrroe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48183" y="4924425"/>
            <a:ext cx="7777170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spc="260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Avance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941" r="0" b="-73496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925968" y="2951034"/>
          <a:ext cx="11587162" cy="3143250"/>
        </p:xfrm>
        <a:graphic>
          <a:graphicData uri="http://schemas.openxmlformats.org/presentationml/2006/ole">
            <p:oleObj imgW="13906500" imgH="54483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060545" y="984085"/>
            <a:ext cx="8166910" cy="133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50"/>
              </a:lnSpc>
              <a:spcBef>
                <a:spcPct val="0"/>
              </a:spcBef>
            </a:pPr>
            <a:r>
              <a:rPr lang="en-US" sz="11281" spc="38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% Progreso en HH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-5400000">
            <a:off x="-4231402" y="4591392"/>
            <a:ext cx="11446016" cy="110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6"/>
              </a:lnSpc>
              <a:spcBef>
                <a:spcPct val="0"/>
              </a:spcBef>
            </a:pPr>
            <a:r>
              <a:rPr lang="en-US" sz="9459" spc="321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% Av</a:t>
            </a:r>
            <a:r>
              <a:rPr lang="en-US" sz="9459" spc="321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ance por tareas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06427" y="2134683"/>
            <a:ext cx="1937574" cy="5834905"/>
            <a:chOff x="0" y="0"/>
            <a:chExt cx="2583432" cy="7779874"/>
          </a:xfrm>
        </p:grpSpPr>
        <p:sp>
          <p:nvSpPr>
            <p:cNvPr name="Freeform 5" id="5"/>
            <p:cNvSpPr/>
            <p:nvPr/>
          </p:nvSpPr>
          <p:spPr>
            <a:xfrm flipH="false" flipV="false" rot="-5400000">
              <a:off x="-1560770" y="3710427"/>
              <a:ext cx="5630216" cy="2508677"/>
            </a:xfrm>
            <a:custGeom>
              <a:avLst/>
              <a:gdLst/>
              <a:ahLst/>
              <a:cxnLst/>
              <a:rect r="r" b="b" t="t" l="l"/>
              <a:pathLst>
                <a:path h="2508677" w="5630216">
                  <a:moveTo>
                    <a:pt x="0" y="0"/>
                  </a:moveTo>
                  <a:lnTo>
                    <a:pt x="5630217" y="0"/>
                  </a:lnTo>
                  <a:lnTo>
                    <a:pt x="5630217" y="2508677"/>
                  </a:lnTo>
                  <a:lnTo>
                    <a:pt x="0" y="2508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22" t="-199946" r="-56113" b="-76054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3432" cy="2456685"/>
            </a:xfrm>
            <a:custGeom>
              <a:avLst/>
              <a:gdLst/>
              <a:ahLst/>
              <a:cxnLst/>
              <a:rect r="r" b="b" t="t" l="l"/>
              <a:pathLst>
                <a:path h="2456685" w="2583432">
                  <a:moveTo>
                    <a:pt x="0" y="0"/>
                  </a:moveTo>
                  <a:lnTo>
                    <a:pt x="2583432" y="0"/>
                  </a:lnTo>
                  <a:lnTo>
                    <a:pt x="2583432" y="2456685"/>
                  </a:lnTo>
                  <a:lnTo>
                    <a:pt x="0" y="2456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6864" t="-206294" r="-18256" b="-7766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585500">
            <a:off x="4738300" y="1790784"/>
            <a:ext cx="1069420" cy="1091311"/>
          </a:xfrm>
          <a:custGeom>
            <a:avLst/>
            <a:gdLst/>
            <a:ahLst/>
            <a:cxnLst/>
            <a:rect r="r" b="b" t="t" l="l"/>
            <a:pathLst>
              <a:path h="1091311" w="1069420">
                <a:moveTo>
                  <a:pt x="0" y="0"/>
                </a:moveTo>
                <a:lnTo>
                  <a:pt x="1069420" y="0"/>
                </a:lnTo>
                <a:lnTo>
                  <a:pt x="1069420" y="1091311"/>
                </a:lnTo>
                <a:lnTo>
                  <a:pt x="0" y="1091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359193" y="1111836"/>
            <a:ext cx="11183860" cy="122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2"/>
              </a:lnSpc>
            </a:pPr>
            <a:r>
              <a:rPr lang="en-US" sz="3537" spc="-187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Backend: 60 % </a:t>
            </a:r>
          </a:p>
          <a:p>
            <a:pPr algn="l">
              <a:lnSpc>
                <a:spcPts val="4952"/>
              </a:lnSpc>
            </a:pPr>
            <a:r>
              <a:rPr lang="en-US" sz="3537" spc="-187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(</a:t>
            </a:r>
            <a:r>
              <a:rPr lang="en-US" sz="3537" spc="-187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módulos principales implementados y API estable).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2767218">
            <a:off x="5394280" y="4597844"/>
            <a:ext cx="1069420" cy="1091311"/>
          </a:xfrm>
          <a:custGeom>
            <a:avLst/>
            <a:gdLst/>
            <a:ahLst/>
            <a:cxnLst/>
            <a:rect r="r" b="b" t="t" l="l"/>
            <a:pathLst>
              <a:path h="1091311" w="1069420">
                <a:moveTo>
                  <a:pt x="0" y="0"/>
                </a:moveTo>
                <a:lnTo>
                  <a:pt x="1069420" y="0"/>
                </a:lnTo>
                <a:lnTo>
                  <a:pt x="1069420" y="1091312"/>
                </a:lnTo>
                <a:lnTo>
                  <a:pt x="0" y="1091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6904037" y="4682533"/>
            <a:ext cx="10516749" cy="122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2"/>
              </a:lnSpc>
            </a:pPr>
            <a:r>
              <a:rPr lang="en-US" sz="3537" strike="noStrike" spc="-187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Frontend: 60 % </a:t>
            </a:r>
          </a:p>
          <a:p>
            <a:pPr algn="l">
              <a:lnSpc>
                <a:spcPts val="4952"/>
              </a:lnSpc>
            </a:pPr>
            <a:r>
              <a:rPr lang="en-US" sz="3537" spc="-187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(vistas de cliente completas, empresa completas).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3580054">
            <a:off x="4859840" y="7488595"/>
            <a:ext cx="1069420" cy="1091311"/>
          </a:xfrm>
          <a:custGeom>
            <a:avLst/>
            <a:gdLst/>
            <a:ahLst/>
            <a:cxnLst/>
            <a:rect r="r" b="b" t="t" l="l"/>
            <a:pathLst>
              <a:path h="1091311" w="1069420">
                <a:moveTo>
                  <a:pt x="0" y="0"/>
                </a:moveTo>
                <a:lnTo>
                  <a:pt x="1069420" y="0"/>
                </a:lnTo>
                <a:lnTo>
                  <a:pt x="1069420" y="1091311"/>
                </a:lnTo>
                <a:lnTo>
                  <a:pt x="0" y="1091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388411" y="7893411"/>
            <a:ext cx="11548002" cy="122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2"/>
              </a:lnSpc>
            </a:pPr>
            <a:r>
              <a:rPr lang="en-US" sz="3537" spc="-187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D</a:t>
            </a:r>
            <a:r>
              <a:rPr lang="en-US" sz="3537" strike="noStrike" spc="-187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ocumentación: 85 % </a:t>
            </a:r>
          </a:p>
          <a:p>
            <a:pPr algn="l">
              <a:lnSpc>
                <a:spcPts val="4952"/>
              </a:lnSpc>
            </a:pPr>
            <a:r>
              <a:rPr lang="en-US" sz="3537" spc="-187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(plan de proyecto completo y pruebas en preparación).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040" y="8013255"/>
            <a:ext cx="5480972" cy="2459586"/>
          </a:xfrm>
          <a:custGeom>
            <a:avLst/>
            <a:gdLst/>
            <a:ahLst/>
            <a:cxnLst/>
            <a:rect r="r" b="b" t="t" l="l"/>
            <a:pathLst>
              <a:path h="2459586" w="5480972">
                <a:moveTo>
                  <a:pt x="0" y="0"/>
                </a:moveTo>
                <a:lnTo>
                  <a:pt x="5480972" y="0"/>
                </a:lnTo>
                <a:lnTo>
                  <a:pt x="5480972" y="2459586"/>
                </a:lnTo>
                <a:lnTo>
                  <a:pt x="0" y="2459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54703" y="1763008"/>
            <a:ext cx="4824571" cy="578949"/>
          </a:xfrm>
          <a:custGeom>
            <a:avLst/>
            <a:gdLst/>
            <a:ahLst/>
            <a:cxnLst/>
            <a:rect r="r" b="b" t="t" l="l"/>
            <a:pathLst>
              <a:path h="578949" w="4824571">
                <a:moveTo>
                  <a:pt x="0" y="0"/>
                </a:moveTo>
                <a:lnTo>
                  <a:pt x="4824572" y="0"/>
                </a:lnTo>
                <a:lnTo>
                  <a:pt x="4824572" y="578949"/>
                </a:lnTo>
                <a:lnTo>
                  <a:pt x="0" y="578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060545" y="984085"/>
            <a:ext cx="8166910" cy="133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50"/>
              </a:lnSpc>
              <a:spcBef>
                <a:spcPct val="0"/>
              </a:spcBef>
            </a:pPr>
            <a:r>
              <a:rPr lang="en-US" sz="11281" spc="38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Principales retos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36759" y="3138259"/>
            <a:ext cx="6014482" cy="4874996"/>
            <a:chOff x="0" y="0"/>
            <a:chExt cx="5988506" cy="4853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" y="-10160"/>
              <a:ext cx="5984696" cy="4878071"/>
            </a:xfrm>
            <a:custGeom>
              <a:avLst/>
              <a:gdLst/>
              <a:ahLst/>
              <a:cxnLst/>
              <a:rect r="r" b="b" t="t" l="l"/>
              <a:pathLst>
                <a:path h="4878071" w="5984696">
                  <a:moveTo>
                    <a:pt x="5982156" y="4064001"/>
                  </a:moveTo>
                  <a:cubicBezTo>
                    <a:pt x="5980886" y="3898901"/>
                    <a:pt x="5984696" y="3763598"/>
                    <a:pt x="5974536" y="3662016"/>
                  </a:cubicBezTo>
                  <a:cubicBezTo>
                    <a:pt x="5983426" y="3637239"/>
                    <a:pt x="5974536" y="3546393"/>
                    <a:pt x="5983426" y="3506751"/>
                  </a:cubicBezTo>
                  <a:cubicBezTo>
                    <a:pt x="5979616" y="3478671"/>
                    <a:pt x="5980886" y="3450591"/>
                    <a:pt x="5974536" y="3440681"/>
                  </a:cubicBezTo>
                  <a:lnTo>
                    <a:pt x="5974536" y="3413427"/>
                  </a:lnTo>
                  <a:cubicBezTo>
                    <a:pt x="5977076" y="3119415"/>
                    <a:pt x="5978346" y="2835314"/>
                    <a:pt x="5971996" y="2540476"/>
                  </a:cubicBezTo>
                  <a:cubicBezTo>
                    <a:pt x="5971996" y="2457889"/>
                    <a:pt x="5970726" y="2376127"/>
                    <a:pt x="5970726" y="2293539"/>
                  </a:cubicBezTo>
                  <a:cubicBezTo>
                    <a:pt x="5968186" y="2272066"/>
                    <a:pt x="5966916" y="2249768"/>
                    <a:pt x="5965646" y="2226643"/>
                  </a:cubicBezTo>
                  <a:cubicBezTo>
                    <a:pt x="5964376" y="2124235"/>
                    <a:pt x="5966916" y="2025955"/>
                    <a:pt x="5966916" y="1928502"/>
                  </a:cubicBezTo>
                  <a:cubicBezTo>
                    <a:pt x="5969456" y="1847566"/>
                    <a:pt x="5970726" y="1764153"/>
                    <a:pt x="5968186" y="1681565"/>
                  </a:cubicBezTo>
                  <a:cubicBezTo>
                    <a:pt x="5968186" y="1679913"/>
                    <a:pt x="5969456" y="1680739"/>
                    <a:pt x="5969456" y="1681565"/>
                  </a:cubicBezTo>
                  <a:cubicBezTo>
                    <a:pt x="5965646" y="1611365"/>
                    <a:pt x="5963106" y="1509783"/>
                    <a:pt x="5965646" y="1426369"/>
                  </a:cubicBezTo>
                  <a:lnTo>
                    <a:pt x="5960566" y="1378468"/>
                  </a:lnTo>
                  <a:lnTo>
                    <a:pt x="5960566" y="1243851"/>
                  </a:lnTo>
                  <a:cubicBezTo>
                    <a:pt x="5963106" y="1120795"/>
                    <a:pt x="5965646" y="974090"/>
                    <a:pt x="5965646" y="783590"/>
                  </a:cubicBezTo>
                  <a:cubicBezTo>
                    <a:pt x="5965646" y="548640"/>
                    <a:pt x="5965646" y="311150"/>
                    <a:pt x="5966916" y="74930"/>
                  </a:cubicBezTo>
                  <a:lnTo>
                    <a:pt x="5966916" y="17780"/>
                  </a:lnTo>
                  <a:lnTo>
                    <a:pt x="5926276" y="17780"/>
                  </a:lnTo>
                  <a:lnTo>
                    <a:pt x="5926276" y="52070"/>
                  </a:lnTo>
                  <a:lnTo>
                    <a:pt x="5932626" y="52070"/>
                  </a:lnTo>
                  <a:lnTo>
                    <a:pt x="5932626" y="74930"/>
                  </a:lnTo>
                  <a:cubicBezTo>
                    <a:pt x="5932626" y="100330"/>
                    <a:pt x="5933896" y="127000"/>
                    <a:pt x="5933896" y="153670"/>
                  </a:cubicBezTo>
                  <a:cubicBezTo>
                    <a:pt x="5933896" y="191770"/>
                    <a:pt x="5933896" y="231140"/>
                    <a:pt x="5935166" y="270510"/>
                  </a:cubicBezTo>
                  <a:lnTo>
                    <a:pt x="5935166" y="508000"/>
                  </a:lnTo>
                  <a:cubicBezTo>
                    <a:pt x="5935166" y="661670"/>
                    <a:pt x="5936436" y="815340"/>
                    <a:pt x="5941516" y="965200"/>
                  </a:cubicBezTo>
                  <a:lnTo>
                    <a:pt x="5936436" y="955040"/>
                  </a:lnTo>
                  <a:cubicBezTo>
                    <a:pt x="5938976" y="993140"/>
                    <a:pt x="5938976" y="1033780"/>
                    <a:pt x="5940246" y="1062984"/>
                  </a:cubicBezTo>
                  <a:cubicBezTo>
                    <a:pt x="5940246" y="1077850"/>
                    <a:pt x="5941516" y="1092715"/>
                    <a:pt x="5941516" y="1108407"/>
                  </a:cubicBezTo>
                  <a:cubicBezTo>
                    <a:pt x="5942786" y="1202557"/>
                    <a:pt x="5937706" y="1300836"/>
                    <a:pt x="5941516" y="1394986"/>
                  </a:cubicBezTo>
                  <a:lnTo>
                    <a:pt x="5938976" y="1385901"/>
                  </a:lnTo>
                  <a:cubicBezTo>
                    <a:pt x="5937706" y="1518867"/>
                    <a:pt x="5938976" y="1647704"/>
                    <a:pt x="5940246" y="1774889"/>
                  </a:cubicBezTo>
                  <a:cubicBezTo>
                    <a:pt x="5940246" y="1835178"/>
                    <a:pt x="5938976" y="1895467"/>
                    <a:pt x="5940246" y="1955756"/>
                  </a:cubicBezTo>
                  <a:cubicBezTo>
                    <a:pt x="5938976" y="2088722"/>
                    <a:pt x="5942786" y="2177916"/>
                    <a:pt x="5942786" y="2311708"/>
                  </a:cubicBezTo>
                  <a:lnTo>
                    <a:pt x="5937706" y="2315012"/>
                  </a:lnTo>
                  <a:cubicBezTo>
                    <a:pt x="5955486" y="2539650"/>
                    <a:pt x="5922466" y="2786587"/>
                    <a:pt x="5941516" y="3020310"/>
                  </a:cubicBezTo>
                  <a:lnTo>
                    <a:pt x="5935166" y="3003792"/>
                  </a:lnTo>
                  <a:cubicBezTo>
                    <a:pt x="5945326" y="3040131"/>
                    <a:pt x="5931356" y="3145017"/>
                    <a:pt x="5947866" y="3131803"/>
                  </a:cubicBezTo>
                  <a:lnTo>
                    <a:pt x="5942786" y="3173097"/>
                  </a:lnTo>
                  <a:cubicBezTo>
                    <a:pt x="5964376" y="3331665"/>
                    <a:pt x="5932626" y="3462154"/>
                    <a:pt x="5946596" y="3657060"/>
                  </a:cubicBezTo>
                  <a:lnTo>
                    <a:pt x="5942786" y="3644672"/>
                  </a:lnTo>
                  <a:cubicBezTo>
                    <a:pt x="5945326" y="3696703"/>
                    <a:pt x="5947866" y="3756991"/>
                    <a:pt x="5944056" y="3794982"/>
                  </a:cubicBezTo>
                  <a:cubicBezTo>
                    <a:pt x="5944056" y="3789201"/>
                    <a:pt x="5942786" y="3791678"/>
                    <a:pt x="5941516" y="3779290"/>
                  </a:cubicBezTo>
                  <a:cubicBezTo>
                    <a:pt x="5926276" y="3999231"/>
                    <a:pt x="5942786" y="4277361"/>
                    <a:pt x="5942786" y="4541521"/>
                  </a:cubicBezTo>
                  <a:lnTo>
                    <a:pt x="5935166" y="4511041"/>
                  </a:lnTo>
                  <a:cubicBezTo>
                    <a:pt x="5937706" y="4549141"/>
                    <a:pt x="5938976" y="4598671"/>
                    <a:pt x="5938976" y="4652011"/>
                  </a:cubicBezTo>
                  <a:lnTo>
                    <a:pt x="5938976" y="4813301"/>
                  </a:lnTo>
                  <a:cubicBezTo>
                    <a:pt x="5935166" y="4813301"/>
                    <a:pt x="5932626" y="4812031"/>
                    <a:pt x="5927546" y="4812031"/>
                  </a:cubicBezTo>
                  <a:lnTo>
                    <a:pt x="5925006" y="4813301"/>
                  </a:lnTo>
                  <a:lnTo>
                    <a:pt x="5913576" y="4818381"/>
                  </a:lnTo>
                  <a:lnTo>
                    <a:pt x="5905956" y="4818381"/>
                  </a:lnTo>
                  <a:cubicBezTo>
                    <a:pt x="5885636" y="4813301"/>
                    <a:pt x="5889446" y="4815841"/>
                    <a:pt x="5880556" y="4810761"/>
                  </a:cubicBezTo>
                  <a:cubicBezTo>
                    <a:pt x="5776416" y="4809491"/>
                    <a:pt x="5762446" y="4799331"/>
                    <a:pt x="5688786" y="4794251"/>
                  </a:cubicBezTo>
                  <a:cubicBezTo>
                    <a:pt x="5688786" y="4794251"/>
                    <a:pt x="5690056" y="4794251"/>
                    <a:pt x="5688786" y="4795521"/>
                  </a:cubicBezTo>
                  <a:cubicBezTo>
                    <a:pt x="5637986" y="4804411"/>
                    <a:pt x="5568136" y="4799331"/>
                    <a:pt x="5527496" y="4798061"/>
                  </a:cubicBezTo>
                  <a:lnTo>
                    <a:pt x="5510986" y="4794251"/>
                  </a:lnTo>
                  <a:cubicBezTo>
                    <a:pt x="5486856" y="4785361"/>
                    <a:pt x="5392876" y="4810761"/>
                    <a:pt x="5424626" y="4796791"/>
                  </a:cubicBezTo>
                  <a:cubicBezTo>
                    <a:pt x="5213806" y="4800601"/>
                    <a:pt x="4972506" y="4800601"/>
                    <a:pt x="4756164" y="4800601"/>
                  </a:cubicBezTo>
                  <a:cubicBezTo>
                    <a:pt x="4725925" y="4806951"/>
                    <a:pt x="4591011" y="4800601"/>
                    <a:pt x="4638696" y="4810761"/>
                  </a:cubicBezTo>
                  <a:cubicBezTo>
                    <a:pt x="4585196" y="4798061"/>
                    <a:pt x="4424695" y="4795521"/>
                    <a:pt x="4365380" y="4795521"/>
                  </a:cubicBezTo>
                  <a:cubicBezTo>
                    <a:pt x="4367706" y="4794251"/>
                    <a:pt x="4370032" y="4792981"/>
                    <a:pt x="4379336" y="4792981"/>
                  </a:cubicBezTo>
                  <a:cubicBezTo>
                    <a:pt x="4264194" y="4776471"/>
                    <a:pt x="4242097" y="4808221"/>
                    <a:pt x="4133933" y="4787901"/>
                  </a:cubicBezTo>
                  <a:cubicBezTo>
                    <a:pt x="4116487" y="4801871"/>
                    <a:pt x="3937378" y="4784091"/>
                    <a:pt x="3875736" y="4799331"/>
                  </a:cubicBezTo>
                  <a:cubicBezTo>
                    <a:pt x="3862943" y="4796791"/>
                    <a:pt x="3858290" y="4792981"/>
                    <a:pt x="3862943" y="4791711"/>
                  </a:cubicBezTo>
                  <a:cubicBezTo>
                    <a:pt x="3667550" y="4789171"/>
                    <a:pt x="3452386" y="4787901"/>
                    <a:pt x="3288396" y="4785361"/>
                  </a:cubicBezTo>
                  <a:cubicBezTo>
                    <a:pt x="3147668" y="4798061"/>
                    <a:pt x="2947623" y="4780281"/>
                    <a:pt x="2825503" y="4796791"/>
                  </a:cubicBezTo>
                  <a:cubicBezTo>
                    <a:pt x="2725481" y="4792981"/>
                    <a:pt x="2562654" y="4786631"/>
                    <a:pt x="2423088" y="4792981"/>
                  </a:cubicBezTo>
                  <a:lnTo>
                    <a:pt x="2437045" y="4790441"/>
                  </a:lnTo>
                  <a:cubicBezTo>
                    <a:pt x="2278870" y="4791711"/>
                    <a:pt x="2081152" y="4791711"/>
                    <a:pt x="1972988" y="4803141"/>
                  </a:cubicBezTo>
                  <a:cubicBezTo>
                    <a:pt x="1926466" y="4786631"/>
                    <a:pt x="1857846" y="4790441"/>
                    <a:pt x="1789226" y="4785361"/>
                  </a:cubicBezTo>
                  <a:cubicBezTo>
                    <a:pt x="1683389" y="4792981"/>
                    <a:pt x="1470551" y="4790441"/>
                    <a:pt x="1308887" y="4798061"/>
                  </a:cubicBezTo>
                  <a:cubicBezTo>
                    <a:pt x="1284463" y="4790441"/>
                    <a:pt x="1176299" y="4801871"/>
                    <a:pt x="1168158" y="4790441"/>
                  </a:cubicBezTo>
                  <a:cubicBezTo>
                    <a:pt x="1004570" y="4798061"/>
                    <a:pt x="814070" y="4801871"/>
                    <a:pt x="617220" y="4803141"/>
                  </a:cubicBezTo>
                  <a:lnTo>
                    <a:pt x="318770" y="4803141"/>
                  </a:lnTo>
                  <a:lnTo>
                    <a:pt x="168910" y="4801871"/>
                  </a:lnTo>
                  <a:lnTo>
                    <a:pt x="93980" y="4800601"/>
                  </a:lnTo>
                  <a:lnTo>
                    <a:pt x="58420" y="4800601"/>
                  </a:lnTo>
                  <a:lnTo>
                    <a:pt x="45720" y="4799331"/>
                  </a:lnTo>
                  <a:lnTo>
                    <a:pt x="48260" y="4799331"/>
                  </a:lnTo>
                  <a:cubicBezTo>
                    <a:pt x="52070" y="4657091"/>
                    <a:pt x="55880" y="4517391"/>
                    <a:pt x="58420" y="4382771"/>
                  </a:cubicBezTo>
                  <a:cubicBezTo>
                    <a:pt x="55880" y="4358641"/>
                    <a:pt x="53340" y="4334511"/>
                    <a:pt x="49530" y="4309111"/>
                  </a:cubicBezTo>
                  <a:cubicBezTo>
                    <a:pt x="46990" y="4144011"/>
                    <a:pt x="45720" y="3961131"/>
                    <a:pt x="45720" y="3797459"/>
                  </a:cubicBezTo>
                  <a:cubicBezTo>
                    <a:pt x="46990" y="3770206"/>
                    <a:pt x="48260" y="3742126"/>
                    <a:pt x="45720" y="3713220"/>
                  </a:cubicBezTo>
                  <a:lnTo>
                    <a:pt x="45720" y="3695051"/>
                  </a:lnTo>
                  <a:lnTo>
                    <a:pt x="48260" y="3690921"/>
                  </a:lnTo>
                  <a:lnTo>
                    <a:pt x="49530" y="3646324"/>
                  </a:lnTo>
                  <a:cubicBezTo>
                    <a:pt x="50800" y="3647150"/>
                    <a:pt x="53340" y="3647150"/>
                    <a:pt x="54610" y="3650454"/>
                  </a:cubicBezTo>
                  <a:lnTo>
                    <a:pt x="54610" y="3659538"/>
                  </a:lnTo>
                  <a:lnTo>
                    <a:pt x="54610" y="3651280"/>
                  </a:lnTo>
                  <a:cubicBezTo>
                    <a:pt x="55880" y="3653757"/>
                    <a:pt x="57150" y="3657060"/>
                    <a:pt x="57150" y="3662016"/>
                  </a:cubicBezTo>
                  <a:lnTo>
                    <a:pt x="57150" y="3429119"/>
                  </a:lnTo>
                  <a:cubicBezTo>
                    <a:pt x="58420" y="3430771"/>
                    <a:pt x="59690" y="3432422"/>
                    <a:pt x="58420" y="3438203"/>
                  </a:cubicBezTo>
                  <a:cubicBezTo>
                    <a:pt x="69850" y="3378740"/>
                    <a:pt x="57150" y="3353964"/>
                    <a:pt x="57150" y="3315974"/>
                  </a:cubicBezTo>
                  <a:lnTo>
                    <a:pt x="57150" y="3308541"/>
                  </a:lnTo>
                  <a:cubicBezTo>
                    <a:pt x="57150" y="3295327"/>
                    <a:pt x="59690" y="3281287"/>
                    <a:pt x="63500" y="3263118"/>
                  </a:cubicBezTo>
                  <a:cubicBezTo>
                    <a:pt x="50800" y="3252381"/>
                    <a:pt x="64770" y="3141714"/>
                    <a:pt x="54610" y="3090509"/>
                  </a:cubicBezTo>
                  <a:lnTo>
                    <a:pt x="54610" y="3072340"/>
                  </a:lnTo>
                  <a:cubicBezTo>
                    <a:pt x="57150" y="3069037"/>
                    <a:pt x="58420" y="3067385"/>
                    <a:pt x="59690" y="3069863"/>
                  </a:cubicBezTo>
                  <a:cubicBezTo>
                    <a:pt x="62230" y="2931115"/>
                    <a:pt x="63500" y="2777503"/>
                    <a:pt x="66040" y="2659402"/>
                  </a:cubicBezTo>
                  <a:cubicBezTo>
                    <a:pt x="53340" y="2558645"/>
                    <a:pt x="71120" y="2415769"/>
                    <a:pt x="54610" y="2329878"/>
                  </a:cubicBezTo>
                  <a:cubicBezTo>
                    <a:pt x="58420" y="2258026"/>
                    <a:pt x="64770" y="2142404"/>
                    <a:pt x="58420" y="2042473"/>
                  </a:cubicBezTo>
                  <a:lnTo>
                    <a:pt x="60960" y="2052383"/>
                  </a:lnTo>
                  <a:cubicBezTo>
                    <a:pt x="59690" y="1939238"/>
                    <a:pt x="59690" y="1798839"/>
                    <a:pt x="48260" y="1721207"/>
                  </a:cubicBezTo>
                  <a:cubicBezTo>
                    <a:pt x="64770" y="1688172"/>
                    <a:pt x="60960" y="1639445"/>
                    <a:pt x="66040" y="1590719"/>
                  </a:cubicBezTo>
                  <a:cubicBezTo>
                    <a:pt x="58420" y="1515564"/>
                    <a:pt x="60960" y="1363603"/>
                    <a:pt x="53340" y="1248806"/>
                  </a:cubicBezTo>
                  <a:cubicBezTo>
                    <a:pt x="60960" y="1231462"/>
                    <a:pt x="50800" y="1153830"/>
                    <a:pt x="60960" y="1148049"/>
                  </a:cubicBezTo>
                  <a:cubicBezTo>
                    <a:pt x="53340" y="1028700"/>
                    <a:pt x="49530" y="836930"/>
                    <a:pt x="48260" y="638810"/>
                  </a:cubicBezTo>
                  <a:lnTo>
                    <a:pt x="48260" y="339090"/>
                  </a:lnTo>
                  <a:lnTo>
                    <a:pt x="49530" y="189230"/>
                  </a:lnTo>
                  <a:lnTo>
                    <a:pt x="50800" y="114300"/>
                  </a:lnTo>
                  <a:lnTo>
                    <a:pt x="50800" y="78740"/>
                  </a:lnTo>
                  <a:lnTo>
                    <a:pt x="52070" y="66040"/>
                  </a:lnTo>
                  <a:lnTo>
                    <a:pt x="64770" y="66040"/>
                  </a:lnTo>
                  <a:cubicBezTo>
                    <a:pt x="210820" y="69850"/>
                    <a:pt x="354330" y="73660"/>
                    <a:pt x="492760" y="77470"/>
                  </a:cubicBezTo>
                  <a:cubicBezTo>
                    <a:pt x="558800" y="71120"/>
                    <a:pt x="633730" y="58420"/>
                    <a:pt x="701040" y="50800"/>
                  </a:cubicBezTo>
                  <a:cubicBezTo>
                    <a:pt x="707390" y="52070"/>
                    <a:pt x="707390" y="53340"/>
                    <a:pt x="692150" y="53340"/>
                  </a:cubicBezTo>
                  <a:cubicBezTo>
                    <a:pt x="788670" y="50800"/>
                    <a:pt x="877570" y="62230"/>
                    <a:pt x="974090" y="59690"/>
                  </a:cubicBezTo>
                  <a:cubicBezTo>
                    <a:pt x="972820" y="60960"/>
                    <a:pt x="972820" y="60960"/>
                    <a:pt x="957580" y="63500"/>
                  </a:cubicBezTo>
                  <a:cubicBezTo>
                    <a:pt x="1046038" y="58420"/>
                    <a:pt x="1133266" y="72390"/>
                    <a:pt x="1230963" y="63500"/>
                  </a:cubicBezTo>
                  <a:lnTo>
                    <a:pt x="1236778" y="66040"/>
                  </a:lnTo>
                  <a:lnTo>
                    <a:pt x="1298419" y="62230"/>
                  </a:lnTo>
                  <a:cubicBezTo>
                    <a:pt x="1297256" y="64770"/>
                    <a:pt x="1294930" y="69850"/>
                    <a:pt x="1276321" y="69850"/>
                  </a:cubicBezTo>
                  <a:cubicBezTo>
                    <a:pt x="2027651" y="73660"/>
                    <a:pt x="2802242" y="55880"/>
                    <a:pt x="3573343" y="58420"/>
                  </a:cubicBezTo>
                  <a:lnTo>
                    <a:pt x="3544267" y="62230"/>
                  </a:lnTo>
                  <a:lnTo>
                    <a:pt x="3694300" y="55880"/>
                  </a:lnTo>
                  <a:cubicBezTo>
                    <a:pt x="3693137" y="57150"/>
                    <a:pt x="3686159" y="58420"/>
                    <a:pt x="3679181" y="59690"/>
                  </a:cubicBezTo>
                  <a:cubicBezTo>
                    <a:pt x="3871084" y="66040"/>
                    <a:pt x="4069965" y="55880"/>
                    <a:pt x="4256053" y="57150"/>
                  </a:cubicBezTo>
                  <a:cubicBezTo>
                    <a:pt x="4254890" y="58420"/>
                    <a:pt x="4226977" y="62230"/>
                    <a:pt x="4252564" y="64770"/>
                  </a:cubicBezTo>
                  <a:cubicBezTo>
                    <a:pt x="4390967" y="54610"/>
                    <a:pt x="4474706" y="77470"/>
                    <a:pt x="4543326" y="57150"/>
                  </a:cubicBezTo>
                  <a:cubicBezTo>
                    <a:pt x="4550305" y="58420"/>
                    <a:pt x="4553794" y="62230"/>
                    <a:pt x="4539837" y="64770"/>
                  </a:cubicBezTo>
                  <a:cubicBezTo>
                    <a:pt x="4924806" y="58420"/>
                    <a:pt x="5352236" y="58420"/>
                    <a:pt x="5775146" y="62230"/>
                  </a:cubicBezTo>
                  <a:cubicBezTo>
                    <a:pt x="5823406" y="59690"/>
                    <a:pt x="5874206" y="58420"/>
                    <a:pt x="5925006" y="55880"/>
                  </a:cubicBezTo>
                  <a:lnTo>
                    <a:pt x="5925006" y="20320"/>
                  </a:lnTo>
                  <a:cubicBezTo>
                    <a:pt x="5646876" y="19050"/>
                    <a:pt x="5367476" y="19050"/>
                    <a:pt x="5088076" y="17780"/>
                  </a:cubicBezTo>
                  <a:cubicBezTo>
                    <a:pt x="4261868" y="12700"/>
                    <a:pt x="3547756" y="0"/>
                    <a:pt x="2753394" y="24130"/>
                  </a:cubicBezTo>
                  <a:cubicBezTo>
                    <a:pt x="2754557" y="22860"/>
                    <a:pt x="2747578" y="21590"/>
                    <a:pt x="2768513" y="20320"/>
                  </a:cubicBezTo>
                  <a:cubicBezTo>
                    <a:pt x="2539393" y="24130"/>
                    <a:pt x="2331207" y="17780"/>
                    <a:pt x="2114880" y="21590"/>
                  </a:cubicBezTo>
                  <a:lnTo>
                    <a:pt x="2116043" y="20320"/>
                  </a:lnTo>
                  <a:cubicBezTo>
                    <a:pt x="1583366" y="34290"/>
                    <a:pt x="1002030" y="17780"/>
                    <a:pt x="438150" y="33020"/>
                  </a:cubicBezTo>
                  <a:lnTo>
                    <a:pt x="19050" y="33020"/>
                  </a:lnTo>
                  <a:lnTo>
                    <a:pt x="19050" y="78740"/>
                  </a:lnTo>
                  <a:cubicBezTo>
                    <a:pt x="19050" y="213360"/>
                    <a:pt x="20320" y="350520"/>
                    <a:pt x="20320" y="488950"/>
                  </a:cubicBezTo>
                  <a:cubicBezTo>
                    <a:pt x="7620" y="951230"/>
                    <a:pt x="11430" y="1279363"/>
                    <a:pt x="20320" y="1578330"/>
                  </a:cubicBezTo>
                  <a:cubicBezTo>
                    <a:pt x="26670" y="1947497"/>
                    <a:pt x="8890" y="2305101"/>
                    <a:pt x="13970" y="2673442"/>
                  </a:cubicBezTo>
                  <a:cubicBezTo>
                    <a:pt x="7620" y="2955066"/>
                    <a:pt x="21590" y="3247426"/>
                    <a:pt x="25400" y="3537308"/>
                  </a:cubicBezTo>
                  <a:cubicBezTo>
                    <a:pt x="20320" y="3645498"/>
                    <a:pt x="13970" y="3756991"/>
                    <a:pt x="15240" y="3887471"/>
                  </a:cubicBezTo>
                  <a:lnTo>
                    <a:pt x="19050" y="3874771"/>
                  </a:lnTo>
                  <a:cubicBezTo>
                    <a:pt x="13970" y="3924301"/>
                    <a:pt x="15240" y="3978911"/>
                    <a:pt x="19050" y="4030981"/>
                  </a:cubicBezTo>
                  <a:cubicBezTo>
                    <a:pt x="17780" y="4091941"/>
                    <a:pt x="17780" y="4154171"/>
                    <a:pt x="19050" y="4216401"/>
                  </a:cubicBezTo>
                  <a:cubicBezTo>
                    <a:pt x="19050" y="4217671"/>
                    <a:pt x="19050" y="4220211"/>
                    <a:pt x="17780" y="4221481"/>
                  </a:cubicBezTo>
                  <a:lnTo>
                    <a:pt x="16510" y="4208781"/>
                  </a:lnTo>
                  <a:cubicBezTo>
                    <a:pt x="12700" y="4232911"/>
                    <a:pt x="15240" y="4260851"/>
                    <a:pt x="19050" y="4288791"/>
                  </a:cubicBezTo>
                  <a:cubicBezTo>
                    <a:pt x="19050" y="4312921"/>
                    <a:pt x="20320" y="4335781"/>
                    <a:pt x="20320" y="4359911"/>
                  </a:cubicBezTo>
                  <a:lnTo>
                    <a:pt x="24130" y="4555491"/>
                  </a:lnTo>
                  <a:cubicBezTo>
                    <a:pt x="21590" y="4605021"/>
                    <a:pt x="34290" y="4728211"/>
                    <a:pt x="15240" y="4732021"/>
                  </a:cubicBezTo>
                  <a:cubicBezTo>
                    <a:pt x="15240" y="4688841"/>
                    <a:pt x="6350" y="4799331"/>
                    <a:pt x="1270" y="4702811"/>
                  </a:cubicBezTo>
                  <a:cubicBezTo>
                    <a:pt x="0" y="4714241"/>
                    <a:pt x="0" y="4742181"/>
                    <a:pt x="0" y="4771391"/>
                  </a:cubicBezTo>
                  <a:cubicBezTo>
                    <a:pt x="0" y="4780281"/>
                    <a:pt x="1270" y="4789171"/>
                    <a:pt x="1270" y="4796791"/>
                  </a:cubicBezTo>
                  <a:cubicBezTo>
                    <a:pt x="2540" y="4814571"/>
                    <a:pt x="5080" y="4827271"/>
                    <a:pt x="7620" y="4823461"/>
                  </a:cubicBezTo>
                  <a:cubicBezTo>
                    <a:pt x="17780" y="4833621"/>
                    <a:pt x="25400" y="4878071"/>
                    <a:pt x="33020" y="4817111"/>
                  </a:cubicBezTo>
                  <a:lnTo>
                    <a:pt x="60960" y="4817111"/>
                  </a:lnTo>
                  <a:cubicBezTo>
                    <a:pt x="91440" y="4817111"/>
                    <a:pt x="121920" y="4817111"/>
                    <a:pt x="152400" y="4818381"/>
                  </a:cubicBezTo>
                  <a:cubicBezTo>
                    <a:pt x="194310" y="4819651"/>
                    <a:pt x="234950" y="4820921"/>
                    <a:pt x="273050" y="4822191"/>
                  </a:cubicBezTo>
                  <a:cubicBezTo>
                    <a:pt x="991870" y="4848861"/>
                    <a:pt x="1632215" y="4832351"/>
                    <a:pt x="2290500" y="4815841"/>
                  </a:cubicBezTo>
                  <a:cubicBezTo>
                    <a:pt x="2848764" y="4824731"/>
                    <a:pt x="3407027" y="4804411"/>
                    <a:pt x="3950171" y="4817111"/>
                  </a:cubicBezTo>
                  <a:cubicBezTo>
                    <a:pt x="3650104" y="4819651"/>
                    <a:pt x="3353527" y="4824731"/>
                    <a:pt x="3044156" y="4828541"/>
                  </a:cubicBezTo>
                  <a:cubicBezTo>
                    <a:pt x="3051134" y="4827271"/>
                    <a:pt x="3054624" y="4826001"/>
                    <a:pt x="3061602" y="4824731"/>
                  </a:cubicBezTo>
                  <a:cubicBezTo>
                    <a:pt x="3038341" y="4827271"/>
                    <a:pt x="3012754" y="4831081"/>
                    <a:pt x="2986004" y="4829811"/>
                  </a:cubicBezTo>
                  <a:cubicBezTo>
                    <a:pt x="2979025" y="4828541"/>
                    <a:pt x="2992982" y="4827271"/>
                    <a:pt x="3002286" y="4826001"/>
                  </a:cubicBezTo>
                  <a:cubicBezTo>
                    <a:pt x="2899938" y="4815841"/>
                    <a:pt x="2703383" y="4832351"/>
                    <a:pt x="2639415" y="4824731"/>
                  </a:cubicBezTo>
                  <a:cubicBezTo>
                    <a:pt x="2610339" y="4826001"/>
                    <a:pt x="2597545" y="4829811"/>
                    <a:pt x="2613828" y="4833621"/>
                  </a:cubicBezTo>
                  <a:cubicBezTo>
                    <a:pt x="2237000" y="4836161"/>
                    <a:pt x="1833422" y="4838701"/>
                    <a:pt x="1448453" y="4846321"/>
                  </a:cubicBezTo>
                  <a:cubicBezTo>
                    <a:pt x="1429844" y="4845051"/>
                    <a:pt x="1426355" y="4842511"/>
                    <a:pt x="1432170" y="4838701"/>
                  </a:cubicBezTo>
                  <a:cubicBezTo>
                    <a:pt x="1104190" y="4855211"/>
                    <a:pt x="735330" y="4848861"/>
                    <a:pt x="368300" y="4846321"/>
                  </a:cubicBezTo>
                  <a:cubicBezTo>
                    <a:pt x="354330" y="4850131"/>
                    <a:pt x="405130" y="4851401"/>
                    <a:pt x="369570" y="4855211"/>
                  </a:cubicBezTo>
                  <a:cubicBezTo>
                    <a:pt x="487680" y="4860291"/>
                    <a:pt x="585470" y="4845051"/>
                    <a:pt x="692150" y="4852671"/>
                  </a:cubicBezTo>
                  <a:lnTo>
                    <a:pt x="678180" y="4856481"/>
                  </a:lnTo>
                  <a:cubicBezTo>
                    <a:pt x="755650" y="4859021"/>
                    <a:pt x="693420" y="4846321"/>
                    <a:pt x="774700" y="4851401"/>
                  </a:cubicBezTo>
                  <a:cubicBezTo>
                    <a:pt x="806450" y="4855211"/>
                    <a:pt x="767080" y="4856481"/>
                    <a:pt x="781050" y="4857751"/>
                  </a:cubicBezTo>
                  <a:cubicBezTo>
                    <a:pt x="946150" y="4856481"/>
                    <a:pt x="1111169" y="4860291"/>
                    <a:pt x="1254224" y="4850131"/>
                  </a:cubicBezTo>
                  <a:cubicBezTo>
                    <a:pt x="1289115" y="4859021"/>
                    <a:pt x="1417051" y="4850131"/>
                    <a:pt x="1472877" y="4859021"/>
                  </a:cubicBezTo>
                  <a:cubicBezTo>
                    <a:pt x="1512421" y="4855211"/>
                    <a:pt x="1550801" y="4856481"/>
                    <a:pt x="1565921" y="4850131"/>
                  </a:cubicBezTo>
                  <a:cubicBezTo>
                    <a:pt x="2096271" y="4855211"/>
                    <a:pt x="2638252" y="4846321"/>
                    <a:pt x="3181396" y="4846321"/>
                  </a:cubicBezTo>
                  <a:cubicBezTo>
                    <a:pt x="3436104" y="4828541"/>
                    <a:pt x="3739659" y="4850131"/>
                    <a:pt x="4042052" y="4843781"/>
                  </a:cubicBezTo>
                  <a:cubicBezTo>
                    <a:pt x="4044378" y="4843781"/>
                    <a:pt x="4043215" y="4845051"/>
                    <a:pt x="4042052" y="4845051"/>
                  </a:cubicBezTo>
                  <a:cubicBezTo>
                    <a:pt x="4140911" y="4841241"/>
                    <a:pt x="4283966" y="4838701"/>
                    <a:pt x="4401434" y="4841241"/>
                  </a:cubicBezTo>
                  <a:lnTo>
                    <a:pt x="4501457" y="4833621"/>
                  </a:lnTo>
                  <a:cubicBezTo>
                    <a:pt x="4725925" y="4838701"/>
                    <a:pt x="4952719" y="4841241"/>
                    <a:pt x="5199836" y="4841241"/>
                  </a:cubicBezTo>
                  <a:lnTo>
                    <a:pt x="5838646" y="4841241"/>
                  </a:lnTo>
                  <a:cubicBezTo>
                    <a:pt x="5834836" y="4842511"/>
                    <a:pt x="5823406" y="4843781"/>
                    <a:pt x="5799276" y="4845051"/>
                  </a:cubicBezTo>
                  <a:cubicBezTo>
                    <a:pt x="5818326" y="4846321"/>
                    <a:pt x="5890716" y="4846321"/>
                    <a:pt x="5926276" y="4842511"/>
                  </a:cubicBezTo>
                  <a:cubicBezTo>
                    <a:pt x="5931356" y="4842511"/>
                    <a:pt x="5936436" y="4841241"/>
                    <a:pt x="5940246" y="4841241"/>
                  </a:cubicBezTo>
                  <a:lnTo>
                    <a:pt x="5965646" y="4841241"/>
                  </a:lnTo>
                  <a:lnTo>
                    <a:pt x="5965646" y="4826001"/>
                  </a:lnTo>
                  <a:cubicBezTo>
                    <a:pt x="5973266" y="4822191"/>
                    <a:pt x="5959296" y="4823461"/>
                    <a:pt x="5965646" y="4815841"/>
                  </a:cubicBezTo>
                  <a:lnTo>
                    <a:pt x="5965646" y="4509771"/>
                  </a:lnTo>
                  <a:cubicBezTo>
                    <a:pt x="5970726" y="4528821"/>
                    <a:pt x="5963106" y="4592321"/>
                    <a:pt x="5971996" y="4583431"/>
                  </a:cubicBezTo>
                  <a:cubicBezTo>
                    <a:pt x="5975806" y="4538981"/>
                    <a:pt x="5969456" y="4519931"/>
                    <a:pt x="5965646" y="4509771"/>
                  </a:cubicBezTo>
                  <a:cubicBezTo>
                    <a:pt x="5965646" y="4328161"/>
                    <a:pt x="5966916" y="4145281"/>
                    <a:pt x="5966916" y="3963671"/>
                  </a:cubicBezTo>
                  <a:cubicBezTo>
                    <a:pt x="5968186" y="3848101"/>
                    <a:pt x="5968186" y="3768554"/>
                    <a:pt x="5969456" y="3695051"/>
                  </a:cubicBezTo>
                  <a:cubicBezTo>
                    <a:pt x="5975806" y="3902711"/>
                    <a:pt x="5970726" y="4191001"/>
                    <a:pt x="5969456" y="4474211"/>
                  </a:cubicBezTo>
                  <a:cubicBezTo>
                    <a:pt x="5973266" y="4488181"/>
                    <a:pt x="5974536" y="4437381"/>
                    <a:pt x="5978346" y="4472941"/>
                  </a:cubicBezTo>
                  <a:cubicBezTo>
                    <a:pt x="5983426" y="4354831"/>
                    <a:pt x="5968186" y="4257041"/>
                    <a:pt x="5975806" y="4150361"/>
                  </a:cubicBezTo>
                  <a:lnTo>
                    <a:pt x="5979616" y="4164331"/>
                  </a:lnTo>
                  <a:cubicBezTo>
                    <a:pt x="5982156" y="4086861"/>
                    <a:pt x="5969456" y="4149091"/>
                    <a:pt x="5974536" y="4067811"/>
                  </a:cubicBezTo>
                  <a:cubicBezTo>
                    <a:pt x="5979616" y="4038601"/>
                    <a:pt x="5980886" y="4079241"/>
                    <a:pt x="5982156" y="4064001"/>
                  </a:cubicBezTo>
                  <a:close/>
                  <a:moveTo>
                    <a:pt x="5509716" y="4814571"/>
                  </a:moveTo>
                  <a:lnTo>
                    <a:pt x="5537656" y="4814571"/>
                  </a:lnTo>
                  <a:cubicBezTo>
                    <a:pt x="5531306" y="4813301"/>
                    <a:pt x="5522416" y="4813301"/>
                    <a:pt x="5509716" y="481457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363868" y="3457758"/>
            <a:ext cx="3409782" cy="639334"/>
          </a:xfrm>
          <a:custGeom>
            <a:avLst/>
            <a:gdLst/>
            <a:ahLst/>
            <a:cxnLst/>
            <a:rect r="r" b="b" t="t" l="l"/>
            <a:pathLst>
              <a:path h="639334" w="3409782">
                <a:moveTo>
                  <a:pt x="0" y="0"/>
                </a:moveTo>
                <a:lnTo>
                  <a:pt x="3409781" y="0"/>
                </a:lnTo>
                <a:lnTo>
                  <a:pt x="3409781" y="639334"/>
                </a:lnTo>
                <a:lnTo>
                  <a:pt x="0" y="6393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826764" y="4697167"/>
            <a:ext cx="537104" cy="530268"/>
          </a:xfrm>
          <a:custGeom>
            <a:avLst/>
            <a:gdLst/>
            <a:ahLst/>
            <a:cxnLst/>
            <a:rect r="r" b="b" t="t" l="l"/>
            <a:pathLst>
              <a:path h="530268" w="537104">
                <a:moveTo>
                  <a:pt x="0" y="0"/>
                </a:moveTo>
                <a:lnTo>
                  <a:pt x="537104" y="0"/>
                </a:lnTo>
                <a:lnTo>
                  <a:pt x="537104" y="530268"/>
                </a:lnTo>
                <a:lnTo>
                  <a:pt x="0" y="530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74644" y="3532273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Retos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5982" y="4649542"/>
            <a:ext cx="4245554" cy="183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No hemos tenido problemas ni dificultades por el momento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61" y="811509"/>
            <a:ext cx="15707139" cy="25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50"/>
              </a:lnSpc>
              <a:spcBef>
                <a:spcPct val="0"/>
              </a:spcBef>
            </a:pPr>
            <a:r>
              <a:rPr lang="en-US" sz="11281" spc="38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% de certeza de completar el proyecto a tiempo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32883" y="3915712"/>
            <a:ext cx="12797748" cy="550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171" spc="-168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Se estima una certeza del 90 % de finalizar el proyecto dentro del plazo establecido.</a:t>
            </a:r>
          </a:p>
          <a:p>
            <a:pPr algn="l">
              <a:lnSpc>
                <a:spcPts val="5518"/>
              </a:lnSpc>
            </a:pPr>
            <a:r>
              <a:rPr lang="en-US" sz="3171" spc="-168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 El cronograma actual contempla dos semanas adicionales para:</a:t>
            </a:r>
          </a:p>
          <a:p>
            <a:pPr algn="l">
              <a:lnSpc>
                <a:spcPts val="5518"/>
              </a:lnSpc>
            </a:pPr>
          </a:p>
          <a:p>
            <a:pPr algn="l" marL="684739" indent="-342369" lvl="1">
              <a:lnSpc>
                <a:spcPts val="5518"/>
              </a:lnSpc>
              <a:buFont typeface="Arial"/>
              <a:buChar char="•"/>
            </a:pPr>
            <a:r>
              <a:rPr lang="en-US" sz="3171" spc="-168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Ajustar vistas </a:t>
            </a:r>
          </a:p>
          <a:p>
            <a:pPr algn="l" marL="684739" indent="-342369" lvl="1">
              <a:lnSpc>
                <a:spcPts val="5518"/>
              </a:lnSpc>
              <a:buFont typeface="Arial"/>
              <a:buChar char="•"/>
            </a:pPr>
            <a:r>
              <a:rPr lang="en-US" sz="3171" spc="-168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Realizar las pruebas adicionales</a:t>
            </a:r>
          </a:p>
          <a:p>
            <a:pPr algn="l" marL="684739" indent="-342369" lvl="1">
              <a:lnSpc>
                <a:spcPts val="5518"/>
              </a:lnSpc>
              <a:buFont typeface="Arial"/>
              <a:buChar char="•"/>
            </a:pPr>
            <a:r>
              <a:rPr lang="en-US" sz="3171" spc="-168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Correcciones o cambios imprevistos</a:t>
            </a:r>
          </a:p>
          <a:p>
            <a:pPr algn="l">
              <a:lnSpc>
                <a:spcPts val="551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1615445" y="6452653"/>
            <a:ext cx="5643855" cy="2970079"/>
          </a:xfrm>
          <a:custGeom>
            <a:avLst/>
            <a:gdLst/>
            <a:ahLst/>
            <a:cxnLst/>
            <a:rect r="r" b="b" t="t" l="l"/>
            <a:pathLst>
              <a:path h="2970079" w="5643855">
                <a:moveTo>
                  <a:pt x="5643855" y="0"/>
                </a:moveTo>
                <a:lnTo>
                  <a:pt x="0" y="0"/>
                </a:lnTo>
                <a:lnTo>
                  <a:pt x="0" y="2970079"/>
                </a:lnTo>
                <a:lnTo>
                  <a:pt x="5643855" y="2970079"/>
                </a:lnTo>
                <a:lnTo>
                  <a:pt x="564385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61970" y="2661560"/>
            <a:ext cx="8597653" cy="656548"/>
          </a:xfrm>
          <a:custGeom>
            <a:avLst/>
            <a:gdLst/>
            <a:ahLst/>
            <a:cxnLst/>
            <a:rect r="r" b="b" t="t" l="l"/>
            <a:pathLst>
              <a:path h="656548" w="8597653">
                <a:moveTo>
                  <a:pt x="0" y="0"/>
                </a:moveTo>
                <a:lnTo>
                  <a:pt x="8597653" y="0"/>
                </a:lnTo>
                <a:lnTo>
                  <a:pt x="8597653" y="656548"/>
                </a:lnTo>
                <a:lnTo>
                  <a:pt x="0" y="656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29746" y="1678773"/>
            <a:ext cx="5084611" cy="4362712"/>
          </a:xfrm>
          <a:custGeom>
            <a:avLst/>
            <a:gdLst/>
            <a:ahLst/>
            <a:cxnLst/>
            <a:rect r="r" b="b" t="t" l="l"/>
            <a:pathLst>
              <a:path h="4362712" w="5084611">
                <a:moveTo>
                  <a:pt x="0" y="0"/>
                </a:moveTo>
                <a:lnTo>
                  <a:pt x="5084611" y="0"/>
                </a:lnTo>
                <a:lnTo>
                  <a:pt x="5084611" y="4362712"/>
                </a:lnTo>
                <a:lnTo>
                  <a:pt x="0" y="4362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73" r="0" b="-8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13649" y="1028700"/>
            <a:ext cx="7048261" cy="4813375"/>
          </a:xfrm>
          <a:custGeom>
            <a:avLst/>
            <a:gdLst/>
            <a:ahLst/>
            <a:cxnLst/>
            <a:rect r="r" b="b" t="t" l="l"/>
            <a:pathLst>
              <a:path h="4813375" w="7048261">
                <a:moveTo>
                  <a:pt x="0" y="0"/>
                </a:moveTo>
                <a:lnTo>
                  <a:pt x="7048261" y="0"/>
                </a:lnTo>
                <a:lnTo>
                  <a:pt x="7048261" y="4813375"/>
                </a:lnTo>
                <a:lnTo>
                  <a:pt x="0" y="481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325434" y="5842075"/>
            <a:ext cx="4367025" cy="4580796"/>
          </a:xfrm>
          <a:custGeom>
            <a:avLst/>
            <a:gdLst/>
            <a:ahLst/>
            <a:cxnLst/>
            <a:rect r="r" b="b" t="t" l="l"/>
            <a:pathLst>
              <a:path h="4580796" w="4367025">
                <a:moveTo>
                  <a:pt x="0" y="0"/>
                </a:moveTo>
                <a:lnTo>
                  <a:pt x="4367025" y="0"/>
                </a:lnTo>
                <a:lnTo>
                  <a:pt x="4367025" y="4580795"/>
                </a:lnTo>
                <a:lnTo>
                  <a:pt x="0" y="4580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14255">
            <a:off x="4740722" y="5986991"/>
            <a:ext cx="1436473" cy="1691778"/>
          </a:xfrm>
          <a:custGeom>
            <a:avLst/>
            <a:gdLst/>
            <a:ahLst/>
            <a:cxnLst/>
            <a:rect r="r" b="b" t="t" l="l"/>
            <a:pathLst>
              <a:path h="1691778" w="1436473">
                <a:moveTo>
                  <a:pt x="0" y="0"/>
                </a:moveTo>
                <a:lnTo>
                  <a:pt x="1436473" y="0"/>
                </a:lnTo>
                <a:lnTo>
                  <a:pt x="1436473" y="1691778"/>
                </a:lnTo>
                <a:lnTo>
                  <a:pt x="0" y="1691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37116">
            <a:off x="12261910" y="1675696"/>
            <a:ext cx="1231804" cy="1016798"/>
          </a:xfrm>
          <a:custGeom>
            <a:avLst/>
            <a:gdLst/>
            <a:ahLst/>
            <a:cxnLst/>
            <a:rect r="r" b="b" t="t" l="l"/>
            <a:pathLst>
              <a:path h="1016798" w="1231804">
                <a:moveTo>
                  <a:pt x="0" y="0"/>
                </a:moveTo>
                <a:lnTo>
                  <a:pt x="1231804" y="0"/>
                </a:lnTo>
                <a:lnTo>
                  <a:pt x="1231804" y="1016798"/>
                </a:lnTo>
                <a:lnTo>
                  <a:pt x="0" y="10167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90437">
            <a:off x="12382013" y="7395292"/>
            <a:ext cx="1223596" cy="1327372"/>
          </a:xfrm>
          <a:custGeom>
            <a:avLst/>
            <a:gdLst/>
            <a:ahLst/>
            <a:cxnLst/>
            <a:rect r="r" b="b" t="t" l="l"/>
            <a:pathLst>
              <a:path h="1327372" w="1223596">
                <a:moveTo>
                  <a:pt x="0" y="0"/>
                </a:moveTo>
                <a:lnTo>
                  <a:pt x="1223596" y="0"/>
                </a:lnTo>
                <a:lnTo>
                  <a:pt x="1223596" y="1327372"/>
                </a:lnTo>
                <a:lnTo>
                  <a:pt x="0" y="13273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36400" y="1475739"/>
            <a:ext cx="4572547" cy="4572547"/>
          </a:xfrm>
          <a:custGeom>
            <a:avLst/>
            <a:gdLst/>
            <a:ahLst/>
            <a:cxnLst/>
            <a:rect r="r" b="b" t="t" l="l"/>
            <a:pathLst>
              <a:path h="4572547" w="4572547">
                <a:moveTo>
                  <a:pt x="0" y="0"/>
                </a:moveTo>
                <a:lnTo>
                  <a:pt x="4572546" y="0"/>
                </a:lnTo>
                <a:lnTo>
                  <a:pt x="4572546" y="4572547"/>
                </a:lnTo>
                <a:lnTo>
                  <a:pt x="0" y="4572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86017" y="3352527"/>
            <a:ext cx="5906442" cy="115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5"/>
              </a:lnSpc>
              <a:spcBef>
                <a:spcPct val="0"/>
              </a:spcBef>
            </a:pPr>
            <a:r>
              <a:rPr lang="en-US" sz="9787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DAG2dBQBQmk</dc:identifier>
  <dcterms:modified xsi:type="dcterms:W3CDTF">2011-08-01T06:04:30Z</dcterms:modified>
  <cp:revision>1</cp:revision>
  <dc:title>Presentación Avance</dc:title>
</cp:coreProperties>
</file>